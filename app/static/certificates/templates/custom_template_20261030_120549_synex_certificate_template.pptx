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Arial"/>
              </a:defRPr>
            </a:pPr>
            <a:r>
              <a:t>SYNEX NATIONAL INNOVATION HACKATHON 2026</a:t>
            </a:r>
          </a:p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CERTIFICATE OF PARTICIPATION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Arial"/>
              </a:defRPr>
            </a:pPr>
            <a:r>
              <a:t>PROUDLY PRESENTED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Georgia"/>
              </a:defRPr>
            </a:pPr>
            <a:r>
              <a:t>{{PARTICIPANT_NAME}}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448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2E8F0"/>
                </a:solidFill>
                <a:latin typeface="Calibri"/>
              </a:defRPr>
            </a:pPr>
            <a:r>
              <a:t>for demonstrating exemplary innovation, teamwork, and technical excellence as {{ROLE}} in the track '{{DOMAIN}}' with squad '{{TEAM_NAME}}' representing {{COLLEGE}} at the 36-Hour National Level Hackathon.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3776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Issue Date: {{ISSUE_DATE}}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Certificate ID: {{CERTIFICATE_ID}}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84632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★ OFFICIAL VERIFIED ★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SYNEX Academic Council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846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Dr. Rajeshwar Sharma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Head of Organizing Committee &amp; Jury Chair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